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Пешков" initials="АП" lastIdx="1" clrIdx="0">
    <p:extLst>
      <p:ext uri="{19B8F6BF-5375-455C-9EA6-DF929625EA0E}">
        <p15:presenceInfo xmlns:p15="http://schemas.microsoft.com/office/powerpoint/2012/main" userId="2323d70cd29f41e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BEFE"/>
    <a:srgbClr val="EBC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04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rgbClr val="E4BEFE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90675"/>
            <a:ext cx="4768850" cy="143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4000" kern="0" spc="-72" dirty="0">
                <a:solidFill>
                  <a:srgbClr val="000000">
                    <a:alpha val="99000"/>
                  </a:srgbClr>
                </a:solidFill>
                <a:latin typeface="Arial Rounded MT Bold" panose="020F0704030504030204" pitchFamily="34" charset="0"/>
                <a:ea typeface="Sans Serif Collection" pitchFamily="34" charset="-122"/>
                <a:cs typeface="Dubai" panose="020B0503030403030204" pitchFamily="34" charset="-78"/>
              </a:rPr>
              <a:t>N-body Simulation</a:t>
            </a:r>
            <a:endParaRPr lang="en-US" sz="4000" dirty="0">
              <a:latin typeface="Arial Rounded MT Bold" panose="020F0704030504030204" pitchFamily="34" charset="0"/>
              <a:cs typeface="Dubai" panose="020B0503030403030204" pitchFamily="34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2868613"/>
            <a:ext cx="4108450" cy="598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kern="0" spc="-13" dirty="0">
                <a:solidFill>
                  <a:srgbClr val="000000">
                    <a:alpha val="99000"/>
                  </a:srgbClr>
                </a:solidFill>
                <a:latin typeface="+mj-lt"/>
                <a:ea typeface="Inter" pitchFamily="34" charset="-122"/>
                <a:cs typeface="Inter" pitchFamily="34" charset="-120"/>
              </a:rPr>
              <a:t>Kirushin I., Anisimov V., Bukhanov B., Peshkov A. 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914046"/>
            <a:ext cx="2805113" cy="467433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What is our project about?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7850" y="2690812"/>
            <a:ext cx="2978151" cy="1304925"/>
          </a:xfrm>
          <a:prstGeom prst="roundRect">
            <a:avLst>
              <a:gd name="adj" fmla="val 35036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To observe gravitational interaction in complex systems of bodies 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19288" y="1119176"/>
            <a:ext cx="3681412" cy="857250"/>
          </a:xfrm>
          <a:prstGeom prst="roundRect">
            <a:avLst>
              <a:gd name="adj" fmla="val 46602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To reach the maximum amount of bodies interacting on the screen 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988" y="1147763"/>
            <a:ext cx="685470" cy="161180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0" y="1108064"/>
            <a:ext cx="1966538" cy="46743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75" y="2486025"/>
            <a:ext cx="2119313" cy="21193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957513" y="157163"/>
            <a:ext cx="3681412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Gadugi" panose="020B0502040204020203" pitchFamily="34" charset="0"/>
                <a:ea typeface="Gadugi" panose="020B0502040204020203" pitchFamily="34" charset="0"/>
                <a:cs typeface="Inter" pitchFamily="34" charset="-120"/>
              </a:rPr>
              <a:t>Intro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381" y="1459706"/>
            <a:ext cx="2436813" cy="923925"/>
          </a:xfrm>
          <a:prstGeom prst="roundRect">
            <a:avLst>
              <a:gd name="adj" fmla="val 40378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What’s wrong with most gravitational simulators? 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663" y="3533775"/>
            <a:ext cx="2243138" cy="6858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What we suggest 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0488" y="2571751"/>
            <a:ext cx="2562225" cy="933450"/>
          </a:xfrm>
          <a:prstGeom prst="roundRect">
            <a:avLst>
              <a:gd name="adj" fmla="val 39272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To combine scientific accuracy with user-friendly visualization  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32784" y="847725"/>
            <a:ext cx="2562225" cy="828675"/>
          </a:xfrm>
          <a:prstGeom prst="roundRect">
            <a:avLst>
              <a:gd name="adj" fmla="val 55172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Too complex or too simplified   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3429000"/>
            <a:ext cx="1576388" cy="157638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369" y="1459706"/>
            <a:ext cx="2682415" cy="48157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9331" y="2706158"/>
            <a:ext cx="1647367" cy="84958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7913" y="3257550"/>
            <a:ext cx="490538" cy="490538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0512" y="1323975"/>
            <a:ext cx="538163" cy="53816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957513" y="157163"/>
            <a:ext cx="3681412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Gadugi" panose="020B0502040204020203" pitchFamily="34" charset="0"/>
                <a:ea typeface="Gadugi" panose="020B0502040204020203" pitchFamily="34" charset="0"/>
                <a:cs typeface="Inter" pitchFamily="34" charset="-120"/>
              </a:rPr>
              <a:t>Relevance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1927" y="209550"/>
            <a:ext cx="2228850" cy="6858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What are we going to implement? 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01927" y="2967039"/>
            <a:ext cx="2228850" cy="6858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What features will it have? 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99408" y="3956843"/>
            <a:ext cx="4433888" cy="9715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It will allow users to choose the scenery or set custom initial data and observe the gravitational interaction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9086" y="1323581"/>
            <a:ext cx="3082925" cy="1369218"/>
          </a:xfrm>
          <a:prstGeom prst="roundRect">
            <a:avLst>
              <a:gd name="adj" fmla="val 35195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To reach maximum N of objects which interaction can be calculated and visualizated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00526" y="1323581"/>
            <a:ext cx="3082925" cy="1398981"/>
          </a:xfrm>
          <a:prstGeom prst="roundRect">
            <a:avLst>
              <a:gd name="adj" fmla="val 36782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We’re going to implement a gravitational simulator with a graphical interface </a:t>
            </a: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819" y="3223024"/>
            <a:ext cx="1309688" cy="13096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637213" y="275431"/>
            <a:ext cx="3681412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Gadugi" panose="020B0502040204020203" pitchFamily="34" charset="0"/>
                <a:ea typeface="Gadugi" panose="020B0502040204020203" pitchFamily="34" charset="0"/>
                <a:cs typeface="Inter" pitchFamily="34" charset="-120"/>
              </a:rPr>
              <a:t>Goal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DD6B8AC-E885-48F0-942C-3F5D99F2FFFE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3041650" y="895350"/>
            <a:ext cx="774702" cy="4282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BD9914E-A561-4622-9EA5-A8D6B01283A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816352" y="895350"/>
            <a:ext cx="755648" cy="4282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283B9CCA-83C6-4C01-8508-0D3453B05BD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832351" y="2722562"/>
            <a:ext cx="909638" cy="3063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AA7E564-E38F-4B3F-BA61-65E4A62C6313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3816352" y="3652839"/>
            <a:ext cx="0" cy="3040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9788" y="433388"/>
            <a:ext cx="2525712" cy="419100"/>
          </a:xfrm>
          <a:prstGeom prst="roundRect">
            <a:avLst>
              <a:gd name="adj" fmla="val 109091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Programming language 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24650" y="3209925"/>
            <a:ext cx="1619250" cy="419100"/>
          </a:xfrm>
          <a:prstGeom prst="roundRect">
            <a:avLst>
              <a:gd name="adj" fmla="val 109091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 err="1">
                <a:solidFill>
                  <a:srgbClr val="000000"/>
                </a:solidFill>
              </a:rPr>
              <a:t>CMake</a:t>
            </a:r>
            <a:r>
              <a:rPr lang="en-US" dirty="0">
                <a:solidFill>
                  <a:srgbClr val="000000"/>
                </a:solidFill>
              </a:rPr>
              <a:t>…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34213" y="3986213"/>
            <a:ext cx="1619250" cy="419100"/>
          </a:xfrm>
          <a:prstGeom prst="roundRect">
            <a:avLst>
              <a:gd name="adj" fmla="val 109091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Profilers…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76585" y="3895726"/>
            <a:ext cx="2735007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The library for 3D-graphic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1029" y="4029076"/>
            <a:ext cx="2421141" cy="638175"/>
          </a:xfrm>
          <a:prstGeom prst="roundRect">
            <a:avLst>
              <a:gd name="adj" fmla="val 25124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The framework for parallel computations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32916" y="918673"/>
            <a:ext cx="3024318" cy="638175"/>
          </a:xfrm>
          <a:prstGeom prst="roundRect">
            <a:avLst>
              <a:gd name="adj" fmla="val 71642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Libraries and frameworks for development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48375" y="2128838"/>
            <a:ext cx="985838" cy="985838"/>
          </a:xfrm>
          <a:prstGeom prst="ellipse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53275" y="1643063"/>
            <a:ext cx="1095375" cy="1095375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3971" y="2033588"/>
            <a:ext cx="1976438" cy="1976438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55871" y="1919288"/>
            <a:ext cx="1976438" cy="1976438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1824038"/>
            <a:ext cx="728663" cy="728663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395" y="852488"/>
            <a:ext cx="789669" cy="785813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8446" y="1551760"/>
            <a:ext cx="1115751" cy="617826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019" y="1556847"/>
            <a:ext cx="730341" cy="520946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7302" y="1937810"/>
            <a:ext cx="1933575" cy="19335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957513" y="157163"/>
            <a:ext cx="3681412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Gadugi" panose="020B0502040204020203" pitchFamily="34" charset="0"/>
                <a:ea typeface="Gadugi" panose="020B0502040204020203" pitchFamily="34" charset="0"/>
                <a:cs typeface="Inter" pitchFamily="34" charset="-120"/>
              </a:rPr>
              <a:t>Tools 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B9575C9-49A3-4AFA-A1CC-2CE22A47B38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189" t="6772" r="4189" b="7044"/>
          <a:stretch/>
        </p:blipFill>
        <p:spPr>
          <a:xfrm>
            <a:off x="588227" y="2554533"/>
            <a:ext cx="1566747" cy="892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824" y="1295400"/>
            <a:ext cx="3895725" cy="157638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One of the most useful feature in our program will be the ability to change the time interval between events on a screen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5824" y="3100388"/>
            <a:ext cx="3895725" cy="1071562"/>
          </a:xfrm>
          <a:prstGeom prst="roundRect">
            <a:avLst>
              <a:gd name="adj" fmla="val 61146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It will allow users to see in more detail what’s happening at a specific moment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214438"/>
            <a:ext cx="2862263" cy="2862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31294" y="157163"/>
            <a:ext cx="3681412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Time changing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1009650"/>
            <a:ext cx="3771900" cy="1193799"/>
          </a:xfrm>
          <a:prstGeom prst="roundRect">
            <a:avLst>
              <a:gd name="adj" fmla="val 20633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The second main idea is to test different calculating algorithms and compare their time of performing and accuracy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100" y="2392361"/>
            <a:ext cx="3771900" cy="977900"/>
          </a:xfrm>
          <a:prstGeom prst="roundRect">
            <a:avLst>
              <a:gd name="adj" fmla="val 21138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It will allow us to understand what algorithm is the most suitable for our application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" y="3559174"/>
            <a:ext cx="3771900" cy="930276"/>
          </a:xfrm>
          <a:prstGeom prst="roundRect">
            <a:avLst>
              <a:gd name="adj" fmla="val 23378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We’re going to use C++ profilers to find out performance on test scenarios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738" y="1185863"/>
            <a:ext cx="3205163" cy="3205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00288" y="171450"/>
            <a:ext cx="5000625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Gadugi" panose="020B0502040204020203" pitchFamily="34" charset="0"/>
                <a:ea typeface="Gadugi" panose="020B0502040204020203" pitchFamily="34" charset="0"/>
                <a:cs typeface="Inter" pitchFamily="34" charset="-120"/>
              </a:rPr>
              <a:t>Algorithms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338" y="1585913"/>
            <a:ext cx="4029075" cy="814387"/>
          </a:xfrm>
          <a:prstGeom prst="roundRect">
            <a:avLst>
              <a:gd name="adj" fmla="val 19298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The third main task is to implement parallel computations using CUDA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3388" y="2641600"/>
            <a:ext cx="3990975" cy="1250950"/>
          </a:xfrm>
          <a:prstGeom prst="roundRect">
            <a:avLst>
              <a:gd name="adj" fmla="val 15488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It will allow us to understand what is the maximum amount of objects which interaction we can calculate and show on a screen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675" y="1214438"/>
            <a:ext cx="3057525" cy="3057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8325" y="171450"/>
            <a:ext cx="5919788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Gadugi" panose="020B0502040204020203" pitchFamily="34" charset="0"/>
                <a:ea typeface="Gadugi" panose="020B0502040204020203" pitchFamily="34" charset="0"/>
                <a:cs typeface="Inter" pitchFamily="34" charset="-120"/>
              </a:rPr>
              <a:t>Parallel computations</a:t>
            </a:r>
            <a:endParaRPr lang="en-U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2888" y="1262063"/>
            <a:ext cx="3990975" cy="509587"/>
          </a:xfrm>
          <a:prstGeom prst="roundRect">
            <a:avLst>
              <a:gd name="adj" fmla="val 8972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We implemented O(n^2)-algorithm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1025" y="2296823"/>
            <a:ext cx="3990975" cy="509587"/>
          </a:xfrm>
          <a:prstGeom prst="roundRect">
            <a:avLst>
              <a:gd name="adj" fmla="val 8972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We implemented visualizer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52888" y="3319172"/>
            <a:ext cx="3990975" cy="1064923"/>
          </a:xfrm>
          <a:prstGeom prst="roundRect">
            <a:avLst>
              <a:gd name="adj" fmla="val 58896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We found out the maximum N that the application can calculate and visualize 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422" y="1436367"/>
            <a:ext cx="1806466" cy="8554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659" y="2816514"/>
            <a:ext cx="1738229" cy="10649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38325" y="171450"/>
            <a:ext cx="5919788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Gadugi" panose="020B0502040204020203" pitchFamily="34" charset="0"/>
                <a:ea typeface="Gadugi" panose="020B0502040204020203" pitchFamily="34" charset="0"/>
                <a:cs typeface="Inter" pitchFamily="34" charset="-120"/>
              </a:rPr>
              <a:t>Current</a:t>
            </a: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state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301</Words>
  <Application>Microsoft Office PowerPoint</Application>
  <PresentationFormat>Экран (16:9)</PresentationFormat>
  <Paragraphs>47</Paragraphs>
  <Slides>9</Slides>
  <Notes>9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Arial Rounded MT Bold</vt:lpstr>
      <vt:lpstr>Calibri</vt:lpstr>
      <vt:lpstr>Calibri Light</vt:lpstr>
      <vt:lpstr>Dubai</vt:lpstr>
      <vt:lpstr>Gadugi</vt:lpstr>
      <vt:lpstr>Inter</vt:lpstr>
      <vt:lpstr>Sans Serif Collection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Алексей Пешков</cp:lastModifiedBy>
  <cp:revision>5</cp:revision>
  <dcterms:created xsi:type="dcterms:W3CDTF">2025-11-25T15:19:19Z</dcterms:created>
  <dcterms:modified xsi:type="dcterms:W3CDTF">2025-11-25T16:02:53Z</dcterms:modified>
</cp:coreProperties>
</file>